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7" r:id="rId8"/>
    <p:sldId id="266" r:id="rId9"/>
    <p:sldId id="260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sika Peddina" userId="0a25584e6d77972b" providerId="LiveId" clId="{9A3C3C37-A6E1-428F-8F58-D52E9F9B9DB6}"/>
    <pc:docChg chg="modSld">
      <pc:chgData name="Hamsika Peddina" userId="0a25584e6d77972b" providerId="LiveId" clId="{9A3C3C37-A6E1-428F-8F58-D52E9F9B9DB6}" dt="2026-10-14T04:56:58.094" v="15" actId="20577"/>
      <pc:docMkLst>
        <pc:docMk/>
      </pc:docMkLst>
      <pc:sldChg chg="modSp mod">
        <pc:chgData name="Hamsika Peddina" userId="0a25584e6d77972b" providerId="LiveId" clId="{9A3C3C37-A6E1-428F-8F58-D52E9F9B9DB6}" dt="2026-10-14T04:54:50.596" v="12" actId="20577"/>
        <pc:sldMkLst>
          <pc:docMk/>
          <pc:sldMk cId="1672422596" sldId="264"/>
        </pc:sldMkLst>
        <pc:spChg chg="mod">
          <ac:chgData name="Hamsika Peddina" userId="0a25584e6d77972b" providerId="LiveId" clId="{9A3C3C37-A6E1-428F-8F58-D52E9F9B9DB6}" dt="2026-10-14T04:54:50.596" v="12" actId="20577"/>
          <ac:spMkLst>
            <pc:docMk/>
            <pc:sldMk cId="1672422596" sldId="264"/>
            <ac:spMk id="5" creationId="{A528A426-3951-4330-B1B6-1E0B09CEC17F}"/>
          </ac:spMkLst>
        </pc:spChg>
      </pc:sldChg>
      <pc:sldChg chg="modSp mod">
        <pc:chgData name="Hamsika Peddina" userId="0a25584e6d77972b" providerId="LiveId" clId="{9A3C3C37-A6E1-428F-8F58-D52E9F9B9DB6}" dt="2026-10-14T04:56:58.094" v="15" actId="20577"/>
        <pc:sldMkLst>
          <pc:docMk/>
          <pc:sldMk cId="2292750904" sldId="266"/>
        </pc:sldMkLst>
        <pc:spChg chg="mod">
          <ac:chgData name="Hamsika Peddina" userId="0a25584e6d77972b" providerId="LiveId" clId="{9A3C3C37-A6E1-428F-8F58-D52E9F9B9DB6}" dt="2026-10-14T04:56:58.094" v="15" actId="20577"/>
          <ac:spMkLst>
            <pc:docMk/>
            <pc:sldMk cId="2292750904" sldId="266"/>
            <ac:spMk id="5" creationId="{DD899904-D8FA-4E6B-8F79-006C86C22A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MACHINE LEARNING</a:t>
            </a:r>
            <a:b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25SC2107E</a:t>
            </a:r>
            <a:br>
              <a:rPr lang="en-US" sz="4000" b="1" i="0" dirty="0">
                <a:solidFill>
                  <a:srgbClr val="C00000"/>
                </a:solidFill>
                <a:effectLst/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project: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1800" b="1" dirty="0">
                <a:solidFill>
                  <a:srgbClr val="FF0000"/>
                </a:solidFill>
              </a:rPr>
              <a:t>Heart Disease Prediction Using Ridge- and Lasso-Regularized Logistic Regression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2233" y="3978745"/>
            <a:ext cx="5029199" cy="1396014"/>
          </a:xfrm>
        </p:spPr>
        <p:txBody>
          <a:bodyPr/>
          <a:lstStyle/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</a:rPr>
              <a:t>Rani </a:t>
            </a:r>
            <a:r>
              <a:rPr lang="en-US" dirty="0" err="1">
                <a:solidFill>
                  <a:srgbClr val="0070C0"/>
                </a:solidFill>
              </a:rPr>
              <a:t>Medidha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66AEA-3EE3-4E99-810F-0E38B9771197}"/>
              </a:ext>
            </a:extLst>
          </p:cNvPr>
          <p:cNvSpPr txBox="1"/>
          <p:nvPr/>
        </p:nvSpPr>
        <p:spPr>
          <a:xfrm>
            <a:off x="7162799" y="3677653"/>
            <a:ext cx="5391201" cy="232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 sz="1800" dirty="0">
                <a:solidFill>
                  <a:srgbClr val="0070C0"/>
                </a:solidFill>
              </a:rPr>
              <a:t>Team Members</a:t>
            </a:r>
            <a:endParaRPr lang="en-US" sz="18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 sz="1800" dirty="0">
                <a:solidFill>
                  <a:srgbClr val="0070C0"/>
                </a:solidFill>
              </a:rPr>
              <a:t>Name: </a:t>
            </a:r>
            <a:r>
              <a:rPr lang="en-US" sz="1800" dirty="0" err="1">
                <a:solidFill>
                  <a:srgbClr val="0070C0"/>
                </a:solidFill>
              </a:rPr>
              <a:t>B.</a:t>
            </a:r>
            <a:r>
              <a:rPr lang="en-US" dirty="0" err="1">
                <a:solidFill>
                  <a:srgbClr val="0070C0"/>
                </a:solidFill>
              </a:rPr>
              <a:t>Devi</a:t>
            </a:r>
            <a:r>
              <a:rPr lang="en-US" dirty="0">
                <a:solidFill>
                  <a:srgbClr val="0070C0"/>
                </a:solidFill>
              </a:rPr>
              <a:t> Charitha</a:t>
            </a:r>
            <a:endParaRPr lang="en-US" sz="1800" dirty="0">
              <a:solidFill>
                <a:srgbClr val="0070C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 sz="1800" dirty="0" err="1">
                <a:solidFill>
                  <a:srgbClr val="0070C0"/>
                </a:solidFill>
              </a:rPr>
              <a:t>Rollno</a:t>
            </a:r>
            <a:r>
              <a:rPr lang="en-US" sz="1800" dirty="0">
                <a:solidFill>
                  <a:srgbClr val="0070C0"/>
                </a:solidFill>
              </a:rPr>
              <a:t>. 2520030462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 sz="1800" dirty="0">
                <a:solidFill>
                  <a:srgbClr val="0070C0"/>
                </a:solidFill>
              </a:rPr>
              <a:t>Name: </a:t>
            </a:r>
            <a:r>
              <a:rPr lang="en-US" sz="1800" dirty="0" err="1">
                <a:solidFill>
                  <a:srgbClr val="0070C0"/>
                </a:solidFill>
              </a:rPr>
              <a:t>P.Hamsika</a:t>
            </a:r>
            <a:endParaRPr lang="en-US" sz="1800" dirty="0">
              <a:solidFill>
                <a:srgbClr val="0070C0"/>
              </a:solidFill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 sz="1800" dirty="0" err="1">
                <a:solidFill>
                  <a:srgbClr val="0070C0"/>
                </a:solidFill>
              </a:rPr>
              <a:t>Rollno</a:t>
            </a:r>
            <a:r>
              <a:rPr lang="en-US" sz="1800" dirty="0">
                <a:solidFill>
                  <a:srgbClr val="0070C0"/>
                </a:solidFill>
              </a:rPr>
              <a:t>. 2520030586</a:t>
            </a:r>
          </a:p>
          <a:p>
            <a:pPr marL="171450" lvl="0" indent="0" algn="ctr" rtl="0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8A426-3951-4330-B1B6-1E0B09CEC17F}"/>
              </a:ext>
            </a:extLst>
          </p:cNvPr>
          <p:cNvSpPr txBox="1"/>
          <p:nvPr/>
        </p:nvSpPr>
        <p:spPr>
          <a:xfrm>
            <a:off x="2782276" y="1971604"/>
            <a:ext cx="81358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Heart disease is a major health concern, and early risk prediction can help identify individuals who may require further medical attention. This project develops a machine learning-based application using Logistic Regression with Ridge (L2) and Lasso (L1) regularization to predict heart disease risk based on patient health attributes.</a:t>
            </a:r>
          </a:p>
          <a:p>
            <a:endParaRPr lang="en-US" dirty="0"/>
          </a:p>
          <a:p>
            <a:r>
              <a:rPr lang="en-US" dirty="0"/>
              <a:t>The system performs data preprocessing, feature analysis, model training, and comparison of the three models. Their performance is evaluated using accuracy, precision, recall, F1-score, and ROC-AUC to identify the best-performing model.</a:t>
            </a:r>
          </a:p>
          <a:p>
            <a:r>
              <a:rPr lang="en-US" dirty="0"/>
              <a:t>The application provides risk probability, risk classification, important feature analysis, model performance visualization, input validation, and prediction history through a simple graphical interface. It is developed using Python, Pandas, NumPy, Scikit-learn, Matplotlib.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503AE-AA2F-4DDA-A3CB-739A9E04DD09}"/>
              </a:ext>
            </a:extLst>
          </p:cNvPr>
          <p:cNvSpPr txBox="1"/>
          <p:nvPr/>
        </p:nvSpPr>
        <p:spPr>
          <a:xfrm>
            <a:off x="2954216" y="1987234"/>
            <a:ext cx="72683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Heart disease is a significant health problem worldwide.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can identify patterns in patient health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 is commonly used for binary classification.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Regularization helps control overfitting and improve model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r>
              <a:rPr lang="en-US" b="1" dirty="0"/>
              <a:t>Proposed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patient health attributes to predict heart disease risk.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standard Logistic Regression with Ridge and Lasso regularization.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 simple desktop application for user-friendly prediction.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Main Idea</a:t>
            </a:r>
          </a:p>
          <a:p>
            <a:r>
              <a:rPr lang="en-US" b="1" dirty="0"/>
              <a:t>Train multiple models → Compare performance → Select the best model → Predict heart disease risk.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30071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490A7-F923-451B-A84D-C4BCCE18BCB7}"/>
              </a:ext>
            </a:extLst>
          </p:cNvPr>
          <p:cNvSpPr txBox="1"/>
          <p:nvPr/>
        </p:nvSpPr>
        <p:spPr>
          <a:xfrm>
            <a:off x="2743199" y="2005043"/>
            <a:ext cx="81358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Traditional heart disease risk assessment may require considerable time and expert analysis. A machine learning-based application is needed to analyze patient health attributes and provide a quick, consistent estimate of heart disease risk.</a:t>
            </a:r>
          </a:p>
          <a:p>
            <a:endParaRPr lang="en-US" dirty="0"/>
          </a:p>
          <a:p>
            <a:r>
              <a:rPr lang="en-US" b="1" dirty="0"/>
              <a:t>Objectives</a:t>
            </a:r>
          </a:p>
          <a:p>
            <a:pPr>
              <a:buFont typeface="+mj-lt"/>
              <a:buAutoNum type="arabicPeriod"/>
            </a:pPr>
            <a:r>
              <a:rPr lang="en-US" dirty="0"/>
              <a:t>Develop a heart disease prediction model using Logistic Regression. 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Ridge and Lasso regularization to reduce overfitting. 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the performance of all three models. </a:t>
            </a:r>
          </a:p>
          <a:p>
            <a:pPr>
              <a:buFont typeface="+mj-lt"/>
              <a:buAutoNum type="arabicPeriod"/>
            </a:pPr>
            <a:r>
              <a:rPr lang="en-US" dirty="0"/>
              <a:t>Identify important features influencing predictions. </a:t>
            </a:r>
          </a:p>
          <a:p>
            <a:pPr>
              <a:buFont typeface="+mj-lt"/>
              <a:buAutoNum type="arabicPeriod"/>
            </a:pPr>
            <a:r>
              <a:rPr lang="en-US" dirty="0"/>
              <a:t>Develop a simple graphical user interface using </a:t>
            </a:r>
            <a:r>
              <a:rPr lang="en-US" dirty="0" err="1"/>
              <a:t>Tkinter</a:t>
            </a:r>
            <a:r>
              <a:rPr lang="en-US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dirty="0"/>
              <a:t>Provide risk probability and prediction results. </a:t>
            </a:r>
          </a:p>
          <a:p>
            <a:pPr>
              <a:buFont typeface="+mj-lt"/>
              <a:buAutoNum type="arabicPeriod"/>
            </a:pPr>
            <a:r>
              <a:rPr lang="en-US" dirty="0"/>
              <a:t>Display model performance using graphs and evaluation metrics. </a:t>
            </a:r>
          </a:p>
          <a:p>
            <a:pPr>
              <a:buFont typeface="+mj-lt"/>
              <a:buAutoNum type="arabicPeriod"/>
            </a:pPr>
            <a:r>
              <a:rPr lang="en-US" dirty="0"/>
              <a:t>Maintain prediction history for easier review.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468B8-575B-4802-9DD2-D0C27955E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792" y="1383323"/>
            <a:ext cx="5715000" cy="48064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D49DC0-9FE6-4493-96F8-00C76BD89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857" y="2020873"/>
            <a:ext cx="893715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will train and compare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Regression, Ridge Logistic Regression, and Lasso Logistic 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 will be evaluated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Precision, Recall, F1-score, and ROC-AUC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confusion matrix will be used to analyze correct and incorrect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Ridge and Lasso regularization are expected to reduce overfitting and improve model reliability.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best-performing model will be selected based on the evaluation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 application will accept patient health details and predict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heart disease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will display the predicted risk category and probability score.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analysis will help identify the health attributes that contribute most to the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intended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prediction and awareness, not medical diagnosis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99904-D8FA-4E6B-8F79-006C86C22A9A}"/>
              </a:ext>
            </a:extLst>
          </p:cNvPr>
          <p:cNvSpPr txBox="1"/>
          <p:nvPr/>
        </p:nvSpPr>
        <p:spPr>
          <a:xfrm>
            <a:off x="3547840" y="1586472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Hardware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Processor:</a:t>
            </a:r>
            <a:r>
              <a:rPr lang="en-IN" dirty="0"/>
              <a:t> Intel Core i3 or equivalent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RAM:</a:t>
            </a:r>
            <a:r>
              <a:rPr lang="en-IN" dirty="0"/>
              <a:t> Minimum 4 GB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Storage:</a:t>
            </a:r>
            <a:r>
              <a:rPr lang="en-IN" dirty="0"/>
              <a:t> At least 2 GB of free 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Input Devices:</a:t>
            </a:r>
            <a:r>
              <a:rPr lang="en-IN" dirty="0"/>
              <a:t> Keyboard and mouse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Display:</a:t>
            </a:r>
            <a:r>
              <a:rPr lang="en-IN" dirty="0"/>
              <a:t> Standard monitor or laptop screen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 Software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Operating System:</a:t>
            </a:r>
            <a:r>
              <a:rPr lang="en-IN" dirty="0"/>
              <a:t> Windows, Linux, or macOS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Programming Language:</a:t>
            </a:r>
            <a:r>
              <a:rPr lang="en-IN" dirty="0"/>
              <a:t> Python 3.x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Libraries:</a:t>
            </a:r>
            <a:r>
              <a:rPr lang="en-IN" dirty="0"/>
              <a:t> Pandas, NumPy, Scikit-learn, and 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GUI Development:</a:t>
            </a:r>
            <a:r>
              <a:rPr lang="en-IN" dirty="0"/>
              <a:t> React, Vite, </a:t>
            </a:r>
            <a:r>
              <a:rPr lang="en-IN" dirty="0" err="1"/>
              <a:t>FastAPI</a:t>
            </a:r>
            <a:r>
              <a:rPr lang="en-IN" dirty="0"/>
              <a:t>, GitHub Pages, and Render for creating the desktop application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Heart disease dataset in CSV format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Development Environment:</a:t>
            </a:r>
            <a:r>
              <a:rPr lang="en-IN" dirty="0"/>
              <a:t> VS Code or PyCharm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 Storage:</a:t>
            </a:r>
            <a:r>
              <a:rPr lang="en-IN" dirty="0"/>
              <a:t> </a:t>
            </a:r>
            <a:r>
              <a:rPr lang="en-IN" dirty="0" err="1"/>
              <a:t>Joblib</a:t>
            </a:r>
            <a:r>
              <a:rPr lang="en-IN" dirty="0"/>
              <a:t> for saving and loading trained models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FD2D8-54DC-429E-AB22-43D9B96021B8}"/>
              </a:ext>
            </a:extLst>
          </p:cNvPr>
          <p:cNvSpPr txBox="1"/>
          <p:nvPr/>
        </p:nvSpPr>
        <p:spPr>
          <a:xfrm>
            <a:off x="2782277" y="2020674"/>
            <a:ext cx="74480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develops a machine learning-based heart disease risk prediction application.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Regression, Ridge Logistic Regression, and Lasso Logistic Regression are used for model development.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Ridge regularization helps control large coefficients and reduce overfitting.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Lasso regularization supports feature selection by reducing some coefficients toward zero.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evaluation helps identify the most suitable approach for the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Tkinter</a:t>
            </a:r>
            <a:r>
              <a:rPr lang="en-US" dirty="0"/>
              <a:t> interface makes the application simple and user-friendly.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Prediction history and feature analysis improve the application's usefulness.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provides an educational and decision-support approach to heart disease risk assessment.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14267E4-5362-4E6F-AD03-8840F471F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273" y="2136067"/>
            <a:ext cx="851033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machine learning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algorithms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prediction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larger and diverse healthcare datasets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model generalization.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and mobile application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health monitoring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wearable devices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sensors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the user interface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risk reports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dashboards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cloud 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patient data and prediction history.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model updates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newly collected healthcare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the system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professionals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early risk assessment and awareness.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techniques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the factors influencing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862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     MACHINE LEARNING 25SC2107E  Title of the project: Heart Disease Prediction Using Ridge- and Lasso-Regularized Logistic Regression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Hamsika Peddina</cp:lastModifiedBy>
  <cp:revision>25</cp:revision>
  <dcterms:created xsi:type="dcterms:W3CDTF">2024-08-29T05:25:00Z</dcterms:created>
  <dcterms:modified xsi:type="dcterms:W3CDTF">2026-10-14T05:02:13Z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